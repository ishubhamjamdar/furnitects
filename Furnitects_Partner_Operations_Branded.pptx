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rnitects-deck/badge_only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8686800" y="1737360"/>
            <a:ext cx="3108960" cy="2979420"/>
          </a:xfrm>
          <a:prstGeom prst="rect">
            <a:avLst/>
          </a:prstGeom>
        </p:spPr>
      </p:pic>
      <p:pic>
        <p:nvPicPr>
          <p:cNvPr id="3" name="Image 1" descr="/home/claude/furnitects-deck/full_logo_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3291840" cy="8838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3014353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it, we’ll design it.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22960" y="3416689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Operations Briefing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22960" y="3901321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playbook: catalog, selection, ordering, fulfillment &amp; after-sales — in one place.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Bagmar, Director  •  Furnitects  • 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Starts One of Two 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get into the workflow — a quick recap of how a client enters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8096" y="192024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2240280"/>
            <a:ext cx="640080" cy="64008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4003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11096" y="23042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Modules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88136" y="32004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picks a ready-made wardrobe design from our catalog.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88136" y="429768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they send us the exact Height × Width × Length they need it built 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45936" y="192024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E3C20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5976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4003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88936" y="23042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65976" y="32004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top, front &amp; side views of their own design idea.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665976" y="429768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they include full measurements alongside the three views.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Wardrobe Catalog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styles, ready to quote instantly — the heart of the catalog path.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352044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057400"/>
            <a:ext cx="1188720" cy="1426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6118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Hinged 2-Door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swing-door wardrobe — ideal for compact bedrooms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₹18,000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542032" cy="352044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2057400"/>
            <a:ext cx="1188720" cy="1426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6118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3-Door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11880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Space-saving sliding panels for larger storage needs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11880" y="48920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₹32,000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542032" cy="352044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057400"/>
            <a:ext cx="1188720" cy="1426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6118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Layout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00800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hanging rods &amp; shelving for a dedicated space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400800" y="48920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₹65,000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06840" y="1828800"/>
            <a:ext cx="2542032" cy="352044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496" y="2057400"/>
            <a:ext cx="1188720" cy="1426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36118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Open Shelving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189720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cube shelving — mix open &amp; closed storage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189720" y="48920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₹22,000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296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shown is illustrative — swap in the real cost sheet before this goes in front of anyone external.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Selection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flow on the website — no account or login needed to get a quote.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2834640" cy="4709160"/>
          </a:xfrm>
          <a:prstGeom prst="roundRect">
            <a:avLst>
              <a:gd name="adj" fmla="val 9032"/>
            </a:avLst>
          </a:prstGeom>
          <a:solidFill>
            <a:srgbClr val="1F1B19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1901952"/>
            <a:ext cx="2596896" cy="447141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70432" y="2322576"/>
            <a:ext cx="2322576" cy="0"/>
          </a:xfrm>
          <a:prstGeom prst="line">
            <a:avLst/>
          </a:prstGeom>
          <a:noFill/>
          <a:ln w="12700">
            <a:solidFill>
              <a:srgbClr val="F3DA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7864" y="2450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 w="9525">
            <a:solidFill>
              <a:srgbClr val="F3DA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2450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DF3F1"/>
          </a:solidFill>
          <a:ln w="25400">
            <a:solidFill>
              <a:srgbClr val="FE3C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1176" y="2450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 w="9525">
            <a:solidFill>
              <a:srgbClr val="F3DA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12724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 w="9525">
            <a:solidFill>
              <a:srgbClr val="F3DA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312724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 w="9525">
            <a:solidFill>
              <a:srgbClr val="F3DA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312724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 w="9525">
            <a:solidFill>
              <a:srgbClr val="F3DA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7864" y="38404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Sliding 3-Door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97864" y="418795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Dimensions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97864" y="44805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AFAFA"/>
          </a:solidFill>
          <a:ln w="12700">
            <a:solidFill>
              <a:srgbClr val="F3DA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4480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83664" y="44805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AFAFA"/>
          </a:solidFill>
          <a:ln w="12700">
            <a:solidFill>
              <a:srgbClr val="F3DA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4480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9464" y="44805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AFAFA"/>
          </a:solidFill>
          <a:ln w="12700">
            <a:solidFill>
              <a:srgbClr val="F3DA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9464" y="4480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97864" y="5010912"/>
            <a:ext cx="2267712" cy="402336"/>
          </a:xfrm>
          <a:prstGeom prst="roundRect">
            <a:avLst>
              <a:gd name="adj" fmla="val 18182"/>
            </a:avLst>
          </a:prstGeom>
          <a:solidFill>
            <a:srgbClr val="FE3C20"/>
          </a:solidFill>
          <a:ln/>
        </p:spPr>
      </p:sp>
      <p:sp>
        <p:nvSpPr>
          <p:cNvPr id="23" name="Text 21"/>
          <p:cNvSpPr/>
          <p:nvPr/>
        </p:nvSpPr>
        <p:spPr>
          <a:xfrm>
            <a:off x="1197864" y="50109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Quote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87452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DF3F1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6008" y="2057400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219456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9496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Catalog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818120" y="1965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available wardrobe style at a glance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434840" y="2953512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DF3F1"/>
          </a:solidFill>
          <a:ln/>
        </p:spPr>
      </p:sp>
      <p:sp>
        <p:nvSpPr>
          <p:cNvPr id="30" name="Shape 27"/>
          <p:cNvSpPr/>
          <p:nvPr/>
        </p:nvSpPr>
        <p:spPr>
          <a:xfrm>
            <a:off x="4636008" y="3136392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273552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94960" y="30449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Select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7818120" y="30449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design that fits their space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434840" y="4032504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DF3F1"/>
          </a:solidFill>
          <a:ln/>
        </p:spPr>
      </p:sp>
      <p:sp>
        <p:nvSpPr>
          <p:cNvPr id="35" name="Shape 31"/>
          <p:cNvSpPr/>
          <p:nvPr/>
        </p:nvSpPr>
        <p:spPr>
          <a:xfrm>
            <a:off x="4636008" y="4215384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4352544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394960" y="41239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Dimensions</a:t>
            </a:r>
            <a:endParaRPr lang="en-US" sz="1450" dirty="0"/>
          </a:p>
        </p:txBody>
      </p:sp>
      <p:sp>
        <p:nvSpPr>
          <p:cNvPr id="38" name="Text 33"/>
          <p:cNvSpPr/>
          <p:nvPr/>
        </p:nvSpPr>
        <p:spPr>
          <a:xfrm>
            <a:off x="7818120" y="412394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Height, Width &amp; Length for that piece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4434840" y="5111496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DF3F1"/>
          </a:solidFill>
          <a:ln/>
        </p:spPr>
      </p:sp>
      <p:sp>
        <p:nvSpPr>
          <p:cNvPr id="40" name="Shape 35"/>
          <p:cNvSpPr/>
          <p:nvPr/>
        </p:nvSpPr>
        <p:spPr>
          <a:xfrm>
            <a:off x="4636008" y="5294376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5431536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394960" y="520293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Instant Quote</a:t>
            </a:r>
            <a:endParaRPr lang="en-US" sz="1450" dirty="0"/>
          </a:p>
        </p:txBody>
      </p:sp>
      <p:sp>
        <p:nvSpPr>
          <p:cNvPr id="43" name="Text 37"/>
          <p:cNvSpPr/>
          <p:nvPr/>
        </p:nvSpPr>
        <p:spPr>
          <a:xfrm>
            <a:off x="7818120" y="5202936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appears immediately — no waiting on a reply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Click to Delivery — the Full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start to finish. The next slides walk through each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2834640"/>
            <a:ext cx="9720072" cy="0"/>
          </a:xfrm>
          <a:prstGeom prst="line">
            <a:avLst/>
          </a:prstGeom>
          <a:noFill/>
          <a:ln w="25400">
            <a:solidFill>
              <a:srgbClr val="F3DA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551176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6929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" y="324612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3192" y="36758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module or custom design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94990" y="2551176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722" y="26929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21254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337206" y="324612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Sent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337206" y="36758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or measurements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39005" y="2551176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37" y="269290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5269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281221" y="324612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on WhatsApp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281221" y="36758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hour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83019" y="2551176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751" y="269290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09283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25235" y="324612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Confirms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225235" y="36758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delivery date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727034" y="2551176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8766" y="269290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53298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69250" y="324612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Deliver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169250" y="36758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and delivered on time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0671048" y="2551176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2780" y="269290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497312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3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0113264" y="324612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0113264" y="36758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issue resolution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 visit is needed anywhere in this chain until the day we install.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browsing → dimension entry → WhatsApp quote → confirmation, start to finish.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05356" y="1783080"/>
            <a:ext cx="8778240" cy="4937760"/>
          </a:xfrm>
          <a:prstGeom prst="roundRect">
            <a:avLst>
              <a:gd name="adj" fmla="val 1852"/>
            </a:avLst>
          </a:prstGeom>
          <a:solidFill>
            <a:srgbClr val="1F1B19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91556" y="3566160"/>
            <a:ext cx="1005840" cy="10058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740" y="38770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5356" y="47091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screen-recording / walkthrough video here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05356" y="50292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Insert tab → Video → This Device, then resize to fill this frame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1–2: Getting the Right Specs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priced until we have one of these two spec sets in hand.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31720"/>
            <a:ext cx="594360" cy="59436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24803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84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Module → H × W × 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514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confirms the design they want from the catalog, then sends the exact height, width &amp; length the piece needs to be built to for their space.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61188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4023360"/>
            <a:ext cx="594360" cy="59436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70" y="41719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7764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→ 3 Views + Measurements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6596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top view, front view &amp; side view of their design, along with complete measurements for every dimension.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this is the only information gap we ever wait on — once it's in, pricing is automatic.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Quoted Within the Hour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specs land, the clock starts.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E3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time from receiving specs to sending a confirmed price quote on WhatsApp.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675120" cy="3291840"/>
          </a:xfrm>
          <a:prstGeom prst="roundRect">
            <a:avLst>
              <a:gd name="adj" fmla="val 27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2103120"/>
            <a:ext cx="502920" cy="50292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490" y="222885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23560" y="2121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WhatsApp Message Includes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983480" y="2962656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12" name="Text 9"/>
          <p:cNvSpPr/>
          <p:nvPr/>
        </p:nvSpPr>
        <p:spPr>
          <a:xfrm>
            <a:off x="5230368" y="27614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the module / custom design received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983480" y="3493008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14" name="Text 11"/>
          <p:cNvSpPr/>
          <p:nvPr/>
        </p:nvSpPr>
        <p:spPr>
          <a:xfrm>
            <a:off x="5230368" y="3291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all-inclusive price quote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983480" y="4023360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16" name="Text 13"/>
          <p:cNvSpPr/>
          <p:nvPr/>
        </p:nvSpPr>
        <p:spPr>
          <a:xfrm>
            <a:off x="5230368" y="38221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ask: confirm the order to proceed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983480" y="4553712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18" name="Text 15"/>
          <p:cNvSpPr/>
          <p:nvPr/>
        </p:nvSpPr>
        <p:spPr>
          <a:xfrm>
            <a:off x="5230368" y="43525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their preferred delivery date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4–5: Confirm, Schedule, Build &amp; Deliver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77440" y="2121408"/>
            <a:ext cx="530352" cy="530352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2253996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Confirms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on WhatsApp to accept the quote and proceed with the order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166360" y="2121408"/>
            <a:ext cx="530352" cy="530352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253996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Date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0168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tells us their desired build &amp; delivery date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955280" y="2121408"/>
            <a:ext cx="530352" cy="530352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2253996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19088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 is built to the confirmed specs in that window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06840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18972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10744200" y="2121408"/>
            <a:ext cx="530352" cy="530352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6788" y="2253996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08008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08008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and installed directly at the client's address, on schedule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22960" y="4983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date is a promise we set with the client — not an estimate we give after the fact.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The Job Isn't Done at Delivery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ends with a check-in — not a closed ticket.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8096" y="192024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2240280"/>
            <a:ext cx="640080" cy="64008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4003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11096" y="23042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Check-In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133856" y="3236976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9" name="Text 6"/>
          <p:cNvSpPr/>
          <p:nvPr/>
        </p:nvSpPr>
        <p:spPr>
          <a:xfrm>
            <a:off x="1389888" y="3035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 after install confirming everything is complete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33856" y="3950208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11" name="Text 8"/>
          <p:cNvSpPr/>
          <p:nvPr/>
        </p:nvSpPr>
        <p:spPr>
          <a:xfrm>
            <a:off x="1389888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directly: is the client happy with the result?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33856" y="4663440"/>
            <a:ext cx="91440" cy="91440"/>
          </a:xfrm>
          <a:prstGeom prst="ellipse">
            <a:avLst/>
          </a:prstGeom>
          <a:solidFill>
            <a:srgbClr val="FE3C20"/>
          </a:solidFill>
          <a:ln/>
        </p:spPr>
      </p:sp>
      <p:sp>
        <p:nvSpPr>
          <p:cNvPr id="13" name="Text 10"/>
          <p:cNvSpPr/>
          <p:nvPr/>
        </p:nvSpPr>
        <p:spPr>
          <a:xfrm>
            <a:off x="1389888" y="44622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invitation to flag anything that isn't right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45936" y="192024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E3C20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65976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4003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88936" y="23042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There's a Problem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711696" y="3236976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6967728" y="3035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issue and log what went wrong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711696" y="395020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6967728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fix — repair, replacement part, or revisit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711696" y="46634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6967728" y="44622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within a committed timeframe, at no extra cost to the client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Big-Brand Looks, Smaller Price Tag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catalog strategy in one line: match the styles people already want, beat the price they're used to paying.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DF3F1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50008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871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Trend-Led Catalog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2402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curated around the styles already popular with major furniture brands — the looks clients are already searching for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DF3F1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3584448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7216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Cost Base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03520" y="34747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showrooms, no heavy brand marketing spend — overhead stays low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5720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DF3F1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818888"/>
            <a:ext cx="548640" cy="548640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9560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709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 Bar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03520" y="47091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finish held to the same standard, just without the brand premium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Process Works For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448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wasted visits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1248" y="329184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alone are enough to generate a price — no one drives out just to quote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29000" y="182880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2103120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2448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0168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SLA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30168" y="329184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get a real number fast, before they shop elsewhere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82880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2103120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22448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19088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loop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19088" y="329184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post-delivery check-in turns one-time buyers into repeat clients &amp; referrals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06840" y="182880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35440" y="2103120"/>
            <a:ext cx="566928" cy="566928"/>
          </a:xfrm>
          <a:prstGeom prst="ellipse">
            <a:avLst/>
          </a:prstGeom>
          <a:solidFill>
            <a:srgbClr val="FE3C2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172" y="2244852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08008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edge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208008" y="329184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overhead than big-brand competitors means we win on cost, not just speed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rnitects-deck/badge_only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8778240" y="685800"/>
            <a:ext cx="2743200" cy="2628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Process. Every Order.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2743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B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or custom → specs → quote in 1 hour → confirm &amp; schedule → build &amp; deliver → check-in. Same playbook, every time.</a:t>
            </a:r>
            <a:endParaRPr lang="en-US" sz="1500" dirty="0"/>
          </a:p>
        </p:txBody>
      </p:sp>
      <p:pic>
        <p:nvPicPr>
          <p:cNvPr id="5" name="Image 1" descr="/home/claude/furnitects-deck/full_logo_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69080"/>
            <a:ext cx="2194560" cy="5892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Bagmar, Director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22960" y="5120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No 910, Apex Business Court, Pune – 411037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22960" y="5413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98819 84488   •   support@furnitects.com   •   furnitects.com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Furnitects - Partner Operations Briefing</dc:title>
  <dc:subject>PptxGenJS Presentation</dc:subject>
  <dc:creator>Furnitects</dc:creator>
  <cp:lastModifiedBy>Furnitects</cp:lastModifiedBy>
  <cp:revision>1</cp:revision>
  <dcterms:created xsi:type="dcterms:W3CDTF">2026-06-21T07:42:40Z</dcterms:created>
  <dcterms:modified xsi:type="dcterms:W3CDTF">2026-06-21T07:42:40Z</dcterms:modified>
</cp:coreProperties>
</file>